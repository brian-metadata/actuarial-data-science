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Actuarial Inventory Overview</a:t>
            </a:r>
          </a:p>
        </p:txBody>
      </p:sp>
      <p:pic>
        <p:nvPicPr>
          <p:cNvPr id="3" name="Picture 2" descr="functional_area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486400" cy="2743200"/>
          </a:xfrm>
          <a:prstGeom prst="rect">
            <a:avLst/>
          </a:prstGeom>
        </p:spPr>
      </p:pic>
      <p:pic>
        <p:nvPicPr>
          <p:cNvPr id="4" name="Picture 3" descr="complexity_bands_stacked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097280"/>
            <a:ext cx="2926080" cy="702259"/>
          </a:xfrm>
          <a:prstGeom prst="rect">
            <a:avLst/>
          </a:prstGeom>
        </p:spPr>
      </p:pic>
      <p:pic>
        <p:nvPicPr>
          <p:cNvPr id="5" name="Picture 4" descr="scheduling_types_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749039"/>
            <a:ext cx="8595360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03504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Note: 'Unknown' cadence (122) indicates metadata gaps to close via catalog/governance.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